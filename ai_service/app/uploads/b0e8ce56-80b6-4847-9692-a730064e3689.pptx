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>
      <p:cViewPr varScale="1">
        <p:scale>
          <a:sx n="74" d="100"/>
          <a:sy n="74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20544-4DDD-D543-86B9-15F68994DCE8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BDCD-D74E-1242-9473-91D309BD7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EBDCD-D74E-1242-9473-91D309BD7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D71-3E0E-275F-F489-9CA89B900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B768F-FFF6-8B58-6F06-1E820061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C407-903F-2055-9F67-67877DA0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CBEAD-4007-8F4B-B8F6-17844FEA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EB44-9266-D473-D093-7CB91853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8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3A54-68ED-2912-CFCF-B9E364A0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E27A-4EE4-1115-80AE-8CC032E0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FC37-232A-950E-AA89-E024C7F5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484FA-0CAC-51A8-1778-8263DB47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4E3B3-3DAB-4DEC-BF84-482540D1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3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5A81-34EB-587B-FF26-0F9E465E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79884-64F3-E092-B4CA-286F1A6B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B0C6-E657-D44D-D63D-CCBAC3DC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CF499-8F6D-CEF3-161F-91641C8A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25197-0A57-CC62-7208-F4A81321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CB4A-4429-ABBE-B99F-BDF050DD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D7E0-F360-BAB3-9FE2-345EC905E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EC58F-169C-6533-F64C-3B9FE9158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A47A8-89D1-C370-B1C0-E82F2C1F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277DA-0AD1-DC9D-0F72-3611B762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5024E-E1AD-C229-A0EE-0B28716E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5D03-54E5-0A22-A807-3494CBCE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5889D-0FA0-47BD-9E5E-AF62350E3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FA99F-EA51-DF9D-55AF-CF144266A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09D60-7E60-9740-F8FE-37C80D55B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92FE7-192F-69CD-F8AD-943E2D3D9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52EBB-AE7B-4D8D-FE51-87A072FE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8621C-7AE1-93AD-F8EC-1A973303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B2F92-5D05-8F57-B47D-DB5F8635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3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32DD-7F83-E01D-E1BE-9A50C1C0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45664-61DC-47DD-7E74-334897B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7038C-9CCB-51C9-C70E-94E7534E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28C00-151C-22AF-2305-82782E58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5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0DC00-B2BB-C9D0-531B-C818ECA7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6A4CD-BB99-0F51-ADBA-41836F3C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F15B9-2CFF-9076-C820-179426CF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7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959D-15D3-CE9A-D6F3-BBC63381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5769-1723-11D1-DE5E-019798E4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36D9B-B750-8E79-3E4B-9D39AFA6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409DB-5387-8756-F0E5-A6A5B34D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565FC-ACD8-4B5F-AC03-A700294A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9E58-8A4A-D169-BB15-D468012A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669D-DE4B-9343-7AEE-172F9702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CC8FC-D6CA-DB47-BAAF-D5F63ED08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39BEF-3493-5F08-C84C-4D23811FA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885F3-955B-ADAC-72CD-E32A20B7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CE267-CFC5-A9A8-3E06-485E7D0F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701BF-B753-8CF8-6AC1-28A743F5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1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058F-9425-6992-31FB-655DC6FF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249D9-47C9-6598-D235-735823629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85EE-91ED-202B-E5B7-64109EDB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A5D1-F9C2-68FA-FD66-788EA37A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1B31-7D86-323D-7338-F57F5F3E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84D8E-93FD-9336-83FC-0652A4F62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5B8B9-0509-9348-13E3-84DD0FB32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401A-9E0C-BF89-0066-237C8422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E2C43-46AD-3120-C317-8379AAC5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9B72-80DD-84C1-9326-7129FD29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75A17-AC0E-89FB-09E1-D5477259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B60CC-9109-FB19-060C-A77A30152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0A34E-BCB8-772A-0018-05AB728AC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E513-C7B6-CA40-A205-75DAFAA7B8A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E0D7-7FEA-4926-0377-16A4330AD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CAA0-A5D9-751A-0726-CC9157360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8DE9-1F39-064F-BFD5-0AF42DE1D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9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9C1315-1192-1696-0753-6E510AFF98F0}"/>
              </a:ext>
            </a:extLst>
          </p:cNvPr>
          <p:cNvSpPr txBox="1"/>
          <p:nvPr/>
        </p:nvSpPr>
        <p:spPr>
          <a:xfrm>
            <a:off x="294821" y="2571810"/>
            <a:ext cx="5039179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b="0" dirty="0"/>
              <a:t>Team Name :</a:t>
            </a:r>
          </a:p>
          <a:p>
            <a:pPr fontAlgn="base">
              <a:lnSpc>
                <a:spcPct val="150000"/>
              </a:lnSpc>
            </a:pPr>
            <a:r>
              <a:rPr lang="en-IN" b="0" dirty="0"/>
              <a:t>Problem Statement Title :</a:t>
            </a:r>
          </a:p>
          <a:p>
            <a:pPr fontAlgn="base">
              <a:lnSpc>
                <a:spcPct val="150000"/>
              </a:lnSpc>
            </a:pPr>
            <a:r>
              <a:rPr lang="en-IN" b="0" dirty="0"/>
              <a:t>Domain :</a:t>
            </a:r>
          </a:p>
          <a:p>
            <a:pPr fontAlgn="base">
              <a:lnSpc>
                <a:spcPct val="150000"/>
              </a:lnSpc>
            </a:pPr>
            <a:r>
              <a:rPr lang="en-IN" dirty="0"/>
              <a:t>Team Lead :</a:t>
            </a:r>
            <a:endParaRPr lang="en-IN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A76F78-8CEF-3E2D-5CA8-E48B0514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0383-ED80-A4BD-EF13-0538336B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99C47A8F-2EC5-5629-37D0-7D3DC14F742A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Idea Description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3CCA2650-31F3-66D3-6C1E-3EB9303699DF}"/>
              </a:ext>
            </a:extLst>
          </p:cNvPr>
          <p:cNvSpPr txBox="1">
            <a:spLocks/>
          </p:cNvSpPr>
          <p:nvPr/>
        </p:nvSpPr>
        <p:spPr>
          <a:xfrm>
            <a:off x="1689913" y="2496832"/>
            <a:ext cx="8812173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/>
              <a:t>Describe your idea and how it solves the problem</a:t>
            </a:r>
          </a:p>
        </p:txBody>
      </p:sp>
    </p:spTree>
    <p:extLst>
      <p:ext uri="{BB962C8B-B14F-4D97-AF65-F5344CB8AC3E}">
        <p14:creationId xmlns:p14="http://schemas.microsoft.com/office/powerpoint/2010/main" val="250838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D09F-C139-4929-49F1-2D351319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48B9F44-8FC4-2D12-9CD3-A33DDFFE5AC7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Objective &amp; Prototype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170D87C-3459-ED02-64F0-B8CCC2C283FE}"/>
              </a:ext>
            </a:extLst>
          </p:cNvPr>
          <p:cNvSpPr txBox="1">
            <a:spLocks/>
          </p:cNvSpPr>
          <p:nvPr/>
        </p:nvSpPr>
        <p:spPr>
          <a:xfrm>
            <a:off x="1111404" y="2240353"/>
            <a:ext cx="9969191" cy="1573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/>
              <a:t>Elaborate about objective of your solution along with Prototype design(if any)</a:t>
            </a:r>
          </a:p>
        </p:txBody>
      </p:sp>
    </p:spTree>
    <p:extLst>
      <p:ext uri="{BB962C8B-B14F-4D97-AF65-F5344CB8AC3E}">
        <p14:creationId xmlns:p14="http://schemas.microsoft.com/office/powerpoint/2010/main" val="155097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6134-97E7-6035-F4A0-3648F62F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87ED1879-1815-994A-0E37-38AFCD49144B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Feasibility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21BE928-FD25-4500-C47D-CB50ADE7F144}"/>
              </a:ext>
            </a:extLst>
          </p:cNvPr>
          <p:cNvSpPr txBox="1">
            <a:spLocks/>
          </p:cNvSpPr>
          <p:nvPr/>
        </p:nvSpPr>
        <p:spPr>
          <a:xfrm>
            <a:off x="1454556" y="2519135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/>
              <a:t>Describe feasibility of the implementation of your Idea</a:t>
            </a:r>
          </a:p>
        </p:txBody>
      </p:sp>
    </p:spTree>
    <p:extLst>
      <p:ext uri="{BB962C8B-B14F-4D97-AF65-F5344CB8AC3E}">
        <p14:creationId xmlns:p14="http://schemas.microsoft.com/office/powerpoint/2010/main" val="31564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1E76-85FC-2FB1-EE33-3C1211E7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D6CBA30C-ABC0-3704-2124-5B242EA58874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Unique Innovation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D07B4BD2-B8E0-8AE4-7701-1705C387070E}"/>
              </a:ext>
            </a:extLst>
          </p:cNvPr>
          <p:cNvSpPr txBox="1">
            <a:spLocks/>
          </p:cNvSpPr>
          <p:nvPr/>
        </p:nvSpPr>
        <p:spPr>
          <a:xfrm>
            <a:off x="1454556" y="2519135"/>
            <a:ext cx="9282887" cy="76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/>
              <a:t>Describe How your idea is innovative</a:t>
            </a:r>
          </a:p>
        </p:txBody>
      </p:sp>
    </p:spTree>
    <p:extLst>
      <p:ext uri="{BB962C8B-B14F-4D97-AF65-F5344CB8AC3E}">
        <p14:creationId xmlns:p14="http://schemas.microsoft.com/office/powerpoint/2010/main" val="1309228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6DBA-C7C2-5292-127A-F37480C5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391897EF-1191-CCA1-6A75-12BADB8D34AC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Team Member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8A442-26ED-CE66-2900-2BDD3ACA4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819113"/>
              </p:ext>
            </p:extLst>
          </p:nvPr>
        </p:nvGraphicFramePr>
        <p:xfrm>
          <a:off x="1567986" y="2316480"/>
          <a:ext cx="9056028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64007">
                  <a:extLst>
                    <a:ext uri="{9D8B030D-6E8A-4147-A177-3AD203B41FA5}">
                      <a16:colId xmlns:a16="http://schemas.microsoft.com/office/drawing/2014/main" val="3401576790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2951707054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1747919049"/>
                    </a:ext>
                  </a:extLst>
                </a:gridCol>
                <a:gridCol w="2264007">
                  <a:extLst>
                    <a:ext uri="{9D8B030D-6E8A-4147-A177-3AD203B41FA5}">
                      <a16:colId xmlns:a16="http://schemas.microsoft.com/office/drawing/2014/main" val="6784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Member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6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i.e. ABC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Developer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Tech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06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81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706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71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01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21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E35B-8AD0-F1C3-10B1-B4A72A3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DE57476-2C32-3E67-2E94-C1DD340F5304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1" dirty="0">
                <a:latin typeface="Satoshi" pitchFamily="2" charset="77"/>
              </a:rPr>
              <a:t>Rules for PPT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7F2C0827-1EF8-4143-4A23-6D7F9AABF013}"/>
              </a:ext>
            </a:extLst>
          </p:cNvPr>
          <p:cNvSpPr txBox="1">
            <a:spLocks/>
          </p:cNvSpPr>
          <p:nvPr/>
        </p:nvSpPr>
        <p:spPr>
          <a:xfrm>
            <a:off x="1454556" y="1204331"/>
            <a:ext cx="9282887" cy="4928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atoshi" pitchFamily="2" charset="77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 not alter the format of the PPT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Present content creatively on each slide.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Please use only this PPT format for idea submission; failure to do so may result in disqualification.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 your PPT does not exceed the specified 6 slides.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You may delete this slide (Rules for PPT) before uploading.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2265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138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Satoshi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Harshil Khamar (Cloud &amp; Platform Engineering)</dc:creator>
  <cp:lastModifiedBy>Jayansh Gaadhe</cp:lastModifiedBy>
  <cp:revision>5</cp:revision>
  <dcterms:created xsi:type="dcterms:W3CDTF">2025-12-03T17:50:31Z</dcterms:created>
  <dcterms:modified xsi:type="dcterms:W3CDTF">2025-12-21T10:36:36Z</dcterms:modified>
</cp:coreProperties>
</file>